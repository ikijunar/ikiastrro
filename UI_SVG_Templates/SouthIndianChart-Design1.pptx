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FF0066"/>
    <a:srgbClr val="EEB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D72C-0929-B64C-FF9E-BD3496148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70C56-932F-CD73-30C5-5B420BCC9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65A0E-4662-3B38-B3DD-D1A67422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D771-4C84-42C9-B1D1-F0F4B65D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A7DF-7A81-2AC2-203D-1104FE57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45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1845-48DB-8E84-9A18-4B3013A7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B216-099C-47A0-6A49-F3B66D641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62DF-E797-2FD5-EFF2-EB1FD54F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86273-C5A4-444C-75B6-08A3E928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56216-BA79-2309-E1B8-98B5D355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6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0B8C-DC88-8865-4503-8AF559D0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AC4B8-414B-155F-7B4F-855F7DDC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6FC4-C277-0F5C-665E-A0ADF7F0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B9868-CC1A-4CA4-31E0-DA874CF6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47629-5CCE-62B3-C79D-C67DE871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8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F8AC-3C09-9EC6-8DC6-25670795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64675-9AE1-47EE-00FF-795BDC1FE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84F14-AD68-3194-5B96-5121ABF03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54201-F859-B6E1-FDB9-7C1E3C70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6E6A0-C342-EA94-A1E1-7D2E8C47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8DFE5-D326-E8B7-567F-9806C64C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8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A4E3-6041-2DF2-4AA6-35FD0B0C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5EF4-6C68-A5BC-AD7C-DF658F64D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765DD-897A-B61C-B914-8FB457D38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A5A8ED-FA2A-3D31-9DE2-CA5B48FC5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162C6-76D1-6FAE-8128-645C27627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A1E288-B086-739B-8732-BCFE4D53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AE19-4289-75FD-5A18-045C51A3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E24DB-39BF-1CE2-DBB9-57329A50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3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9F99-A2A8-8FEC-A13D-21D06F2E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E07A7-CCC9-8A8A-1FC8-65C3171C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EBE15-C9DB-1F4F-E289-DD5EDCE5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68773-755D-8E61-2678-8872C141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36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063F9-DA72-F726-0955-E8BD24C2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A8A4D-5F67-26FF-6173-B37910B1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E14AB-AD69-8538-FFD9-A3F0F0E8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05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C6F-4648-BC91-7F34-C96B7B3C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EF571-5E57-9068-7DD2-92EC7236C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CD0FB-7FB4-6F76-7F89-E7F274A6F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92073-9C2D-8101-66B3-8EFFFF31D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17FFD-7BAF-3546-28AA-0C12E78F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C120E-DF7D-4C28-C508-3BB8EBAE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821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054F-CAD5-4BF4-65B3-D96E6A54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BCF0A-1FDE-58EB-DC08-398C80034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0C72A-87F1-5601-B871-E98F687EA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4D743-C86B-5438-1AFF-07779F98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BA06-4B45-8A19-9858-CB09EE3A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D1B93-1CE5-DAE6-0702-70E0CCE6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40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19DF-BC8B-861A-918E-39FD8EAD5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78363-E899-5496-D58C-5F35FCFE1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058B9-122C-CC88-2A43-2E0AD0BE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5E1BA-7657-B0FD-0D83-D2552672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08A2F-672C-D59E-820D-9B322F2E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27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855B9-8968-1B3C-D8F3-F36A78C3D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21D8B-ECAB-55C4-F5FB-9074AECE9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7C2AC-00AE-AEE6-A457-F4BB043D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C55E5-A156-EECC-A9B4-167A4F7B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026F4-736B-4CEF-A804-1705C670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3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E4C56-E715-3FF4-076E-E4D1E85B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2F49-880B-2590-16C8-D9F853FE8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619F3-CE16-1D54-F672-F0C6F6163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3873F-765F-492E-9E35-59D87607947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7623-EEFF-4EEE-7630-DE4B52CDC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C7B3-B11A-B699-6F7A-1AA016EB0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B244B-4B46-43F6-9513-D0B79A04E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71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27D2B3-1179-4DA2-F015-451FFBEA8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34" y="876782"/>
            <a:ext cx="4541094" cy="5104435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2A4914-403E-B669-3648-34CA132695A1}"/>
              </a:ext>
            </a:extLst>
          </p:cNvPr>
          <p:cNvSpPr/>
          <p:nvPr/>
        </p:nvSpPr>
        <p:spPr>
          <a:xfrm>
            <a:off x="3183785" y="2177659"/>
            <a:ext cx="2260966" cy="2506988"/>
          </a:xfrm>
          <a:prstGeom prst="rect">
            <a:avLst/>
          </a:prstGeom>
          <a:ln w="76200">
            <a:solidFill>
              <a:srgbClr val="EEB5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A052AA-4AA0-97E2-A45C-E668C739D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417" y="2219410"/>
            <a:ext cx="2245841" cy="3070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8D3C73-17FB-359C-082B-A8F25F3B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417" y="2566756"/>
            <a:ext cx="2252334" cy="21825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E8B2766-BC03-9CD4-8CC6-5B0CBAB8B385}"/>
              </a:ext>
            </a:extLst>
          </p:cNvPr>
          <p:cNvSpPr/>
          <p:nvPr/>
        </p:nvSpPr>
        <p:spPr>
          <a:xfrm>
            <a:off x="3205351" y="3448378"/>
            <a:ext cx="2260966" cy="159720"/>
          </a:xfrm>
          <a:prstGeom prst="rect">
            <a:avLst/>
          </a:prstGeom>
          <a:solidFill>
            <a:srgbClr val="FFC000"/>
          </a:solidFill>
          <a:ln w="12700">
            <a:solidFill>
              <a:srgbClr val="AC8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ROUND - TWO</a:t>
            </a:r>
            <a:endParaRPr lang="en-IN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B1E9F9-D1DE-991E-2FD7-C976259537BA}"/>
              </a:ext>
            </a:extLst>
          </p:cNvPr>
          <p:cNvSpPr/>
          <p:nvPr/>
        </p:nvSpPr>
        <p:spPr>
          <a:xfrm>
            <a:off x="776748" y="1147899"/>
            <a:ext cx="1246582" cy="242816"/>
          </a:xfrm>
          <a:prstGeom prst="rect">
            <a:avLst/>
          </a:prstGeom>
          <a:ln>
            <a:solidFill>
              <a:srgbClr val="EEB500"/>
            </a:solidFill>
          </a:ln>
        </p:spPr>
        <p:style>
          <a:lnRef idx="2">
            <a:schemeClr val="dk1">
              <a:shade val="15000"/>
            </a:schemeClr>
          </a:lnRef>
          <a:fillRef idx="100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SS1 - Age 1-9</a:t>
            </a:r>
            <a:endParaRPr lang="en-IN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BA879F-0E66-8353-4CDA-9F28E3326492}"/>
              </a:ext>
            </a:extLst>
          </p:cNvPr>
          <p:cNvSpPr txBox="1"/>
          <p:nvPr/>
        </p:nvSpPr>
        <p:spPr>
          <a:xfrm>
            <a:off x="776748" y="905083"/>
            <a:ext cx="1246583" cy="276999"/>
          </a:xfrm>
          <a:prstGeom prst="rect">
            <a:avLst/>
          </a:prstGeom>
          <a:noFill/>
          <a:ln w="38100">
            <a:solidFill>
              <a:srgbClr val="EEB5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Round - ONE</a:t>
            </a:r>
            <a:endParaRPr lang="en-IN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843601-1555-F0B7-A665-773C1950FD98}"/>
              </a:ext>
            </a:extLst>
          </p:cNvPr>
          <p:cNvSpPr/>
          <p:nvPr/>
        </p:nvSpPr>
        <p:spPr>
          <a:xfrm>
            <a:off x="776748" y="1424898"/>
            <a:ext cx="1260586" cy="242816"/>
          </a:xfrm>
          <a:prstGeom prst="rect">
            <a:avLst/>
          </a:prstGeom>
          <a:ln>
            <a:solidFill>
              <a:srgbClr val="EEB500"/>
            </a:solidFill>
          </a:ln>
        </p:spPr>
        <p:style>
          <a:lnRef idx="2">
            <a:schemeClr val="dk1">
              <a:shade val="15000"/>
            </a:schemeClr>
          </a:lnRef>
          <a:fillRef idx="100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KAN - Age 11-14</a:t>
            </a:r>
            <a:endParaRPr lang="en-IN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B9F7D5-9326-4B6C-5E39-FE235E9FAC19}"/>
              </a:ext>
            </a:extLst>
          </p:cNvPr>
          <p:cNvSpPr/>
          <p:nvPr/>
        </p:nvSpPr>
        <p:spPr>
          <a:xfrm>
            <a:off x="776748" y="1696015"/>
            <a:ext cx="1260586" cy="242816"/>
          </a:xfrm>
          <a:prstGeom prst="rect">
            <a:avLst/>
          </a:prstGeom>
          <a:ln>
            <a:solidFill>
              <a:srgbClr val="EEB500"/>
            </a:solidFill>
          </a:ln>
        </p:spPr>
        <p:style>
          <a:lnRef idx="2">
            <a:schemeClr val="dk1">
              <a:shade val="15000"/>
            </a:schemeClr>
          </a:lnRef>
          <a:fillRef idx="100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ASH - Age 21-24</a:t>
            </a:r>
            <a:endParaRPr lang="en-IN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B8DFAE7-B8D3-5B21-B9A5-47695D5C9E81}"/>
              </a:ext>
            </a:extLst>
          </p:cNvPr>
          <p:cNvSpPr/>
          <p:nvPr/>
        </p:nvSpPr>
        <p:spPr>
          <a:xfrm>
            <a:off x="6606797" y="3671815"/>
            <a:ext cx="1246582" cy="242816"/>
          </a:xfrm>
          <a:prstGeom prst="rect">
            <a:avLst/>
          </a:prstGeom>
          <a:ln>
            <a:solidFill>
              <a:srgbClr val="EEB500"/>
            </a:solidFill>
          </a:ln>
        </p:spPr>
        <p:style>
          <a:lnRef idx="2">
            <a:schemeClr val="dk1">
              <a:shade val="15000"/>
            </a:schemeClr>
          </a:lnRef>
          <a:fillRef idx="100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SS3 - Age 59 -68</a:t>
            </a:r>
            <a:endParaRPr lang="en-IN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ECFCC0-F105-09A0-97E5-753DCF03DE15}"/>
              </a:ext>
            </a:extLst>
          </p:cNvPr>
          <p:cNvSpPr txBox="1"/>
          <p:nvPr/>
        </p:nvSpPr>
        <p:spPr>
          <a:xfrm>
            <a:off x="6606797" y="3428999"/>
            <a:ext cx="1246583" cy="276999"/>
          </a:xfrm>
          <a:prstGeom prst="rect">
            <a:avLst/>
          </a:prstGeom>
          <a:noFill/>
          <a:ln w="38100">
            <a:solidFill>
              <a:srgbClr val="EEB5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Round - THREE</a:t>
            </a:r>
            <a:endParaRPr lang="en-IN" sz="12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413B7D9-A065-2613-127B-DF6F87425DE3}"/>
              </a:ext>
            </a:extLst>
          </p:cNvPr>
          <p:cNvSpPr/>
          <p:nvPr/>
        </p:nvSpPr>
        <p:spPr>
          <a:xfrm>
            <a:off x="6606797" y="3948814"/>
            <a:ext cx="1260586" cy="242816"/>
          </a:xfrm>
          <a:prstGeom prst="rect">
            <a:avLst/>
          </a:prstGeom>
          <a:ln>
            <a:solidFill>
              <a:srgbClr val="EEB500"/>
            </a:solidFill>
          </a:ln>
        </p:spPr>
        <p:style>
          <a:lnRef idx="2">
            <a:schemeClr val="dk1">
              <a:shade val="15000"/>
            </a:schemeClr>
          </a:lnRef>
          <a:fillRef idx="100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KAN - Age 70-74</a:t>
            </a:r>
            <a:endParaRPr lang="en-IN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873DD2B-E697-5111-E2B8-10C4AD56EFA7}"/>
              </a:ext>
            </a:extLst>
          </p:cNvPr>
          <p:cNvSpPr/>
          <p:nvPr/>
        </p:nvSpPr>
        <p:spPr>
          <a:xfrm>
            <a:off x="6606797" y="4219931"/>
            <a:ext cx="1260586" cy="242816"/>
          </a:xfrm>
          <a:prstGeom prst="rect">
            <a:avLst/>
          </a:prstGeom>
          <a:ln>
            <a:solidFill>
              <a:srgbClr val="EEB500"/>
            </a:solidFill>
          </a:ln>
        </p:spPr>
        <p:style>
          <a:lnRef idx="2">
            <a:schemeClr val="dk1">
              <a:shade val="15000"/>
            </a:schemeClr>
          </a:lnRef>
          <a:fillRef idx="100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ASH - Age 80-84</a:t>
            </a:r>
            <a:endParaRPr lang="en-IN" sz="12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3A34E8B-9285-8E56-045A-94E65CB5C73E}"/>
              </a:ext>
            </a:extLst>
          </p:cNvPr>
          <p:cNvSpPr/>
          <p:nvPr/>
        </p:nvSpPr>
        <p:spPr>
          <a:xfrm>
            <a:off x="3212154" y="3671815"/>
            <a:ext cx="2260966" cy="159720"/>
          </a:xfrm>
          <a:prstGeom prst="rect">
            <a:avLst/>
          </a:prstGeom>
          <a:solidFill>
            <a:srgbClr val="FFC000"/>
          </a:solidFill>
          <a:ln w="12700">
            <a:solidFill>
              <a:srgbClr val="AC8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SS2 –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Nov 2011 –Jan 2020</a:t>
            </a:r>
            <a:endParaRPr lang="en-IN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091A198-725E-AC1C-611C-336F1AEB1026}"/>
              </a:ext>
            </a:extLst>
          </p:cNvPr>
          <p:cNvSpPr/>
          <p:nvPr/>
        </p:nvSpPr>
        <p:spPr>
          <a:xfrm>
            <a:off x="3212154" y="3868954"/>
            <a:ext cx="2260966" cy="159720"/>
          </a:xfrm>
          <a:prstGeom prst="rect">
            <a:avLst/>
          </a:prstGeom>
          <a:solidFill>
            <a:srgbClr val="FFC000"/>
          </a:solidFill>
          <a:ln w="12700">
            <a:solidFill>
              <a:srgbClr val="AC8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KAN –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Apr 2022 –Mar 2025</a:t>
            </a:r>
            <a:endParaRPr lang="en-IN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CCFBEA4-6CE8-31A0-DE81-F1349D8EBFB7}"/>
              </a:ext>
            </a:extLst>
          </p:cNvPr>
          <p:cNvSpPr/>
          <p:nvPr/>
        </p:nvSpPr>
        <p:spPr>
          <a:xfrm>
            <a:off x="3212154" y="4072917"/>
            <a:ext cx="2260966" cy="159720"/>
          </a:xfrm>
          <a:prstGeom prst="rect">
            <a:avLst/>
          </a:prstGeom>
          <a:solidFill>
            <a:srgbClr val="FFC000"/>
          </a:solidFill>
          <a:ln w="12700">
            <a:solidFill>
              <a:srgbClr val="AC8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ASH –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Apr 2032 –Mar 2034</a:t>
            </a:r>
            <a:endParaRPr lang="en-IN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DF31A7-8AF8-CB5B-16DE-FDF29FAD08DB}"/>
              </a:ext>
            </a:extLst>
          </p:cNvPr>
          <p:cNvSpPr/>
          <p:nvPr/>
        </p:nvSpPr>
        <p:spPr>
          <a:xfrm>
            <a:off x="3167817" y="905083"/>
            <a:ext cx="1148544" cy="196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Hor(L)</a:t>
            </a:r>
            <a:endParaRPr lang="en-IN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4C86392-1175-DDD5-A176-DF6E33737242}"/>
              </a:ext>
            </a:extLst>
          </p:cNvPr>
          <p:cNvSpPr/>
          <p:nvPr/>
        </p:nvSpPr>
        <p:spPr>
          <a:xfrm>
            <a:off x="2023330" y="905082"/>
            <a:ext cx="1148544" cy="19602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Ras(L)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D2E3BE8-4C67-7133-D1E0-D7050386FB9A}"/>
              </a:ext>
            </a:extLst>
          </p:cNvPr>
          <p:cNvSpPr/>
          <p:nvPr/>
        </p:nvSpPr>
        <p:spPr>
          <a:xfrm>
            <a:off x="2056807" y="1443356"/>
            <a:ext cx="1111010" cy="19602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Pisces</a:t>
            </a:r>
            <a:endParaRPr lang="en-I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9D31D1E-3534-7255-F983-84FD0841E08D}"/>
              </a:ext>
            </a:extLst>
          </p:cNvPr>
          <p:cNvSpPr/>
          <p:nvPr/>
        </p:nvSpPr>
        <p:spPr>
          <a:xfrm>
            <a:off x="2082341" y="1140816"/>
            <a:ext cx="283270" cy="2428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D904D03-4E0C-E227-566A-D56A716C1EC7}"/>
              </a:ext>
            </a:extLst>
          </p:cNvPr>
          <p:cNvSpPr/>
          <p:nvPr/>
        </p:nvSpPr>
        <p:spPr>
          <a:xfrm>
            <a:off x="2874600" y="1140816"/>
            <a:ext cx="283270" cy="242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1821CD7-2D3D-FE69-248F-CBFE3FC1722F}"/>
              </a:ext>
            </a:extLst>
          </p:cNvPr>
          <p:cNvSpPr/>
          <p:nvPr/>
        </p:nvSpPr>
        <p:spPr>
          <a:xfrm>
            <a:off x="2046860" y="1642087"/>
            <a:ext cx="1111010" cy="1960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Su +4 </a:t>
            </a:r>
            <a:endParaRPr lang="en-I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32226C4-7BAE-94E7-E867-F34B2AE57402}"/>
              </a:ext>
            </a:extLst>
          </p:cNvPr>
          <p:cNvGrpSpPr/>
          <p:nvPr/>
        </p:nvGrpSpPr>
        <p:grpSpPr>
          <a:xfrm>
            <a:off x="2051337" y="1840816"/>
            <a:ext cx="1111010" cy="196028"/>
            <a:chOff x="2051337" y="1840816"/>
            <a:chExt cx="1111010" cy="196028"/>
          </a:xfrm>
          <a:solidFill>
            <a:schemeClr val="bg2"/>
          </a:solidFill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12308D0-1608-F54A-BACA-D9EA029A1C3F}"/>
                </a:ext>
              </a:extLst>
            </p:cNvPr>
            <p:cNvSpPr/>
            <p:nvPr/>
          </p:nvSpPr>
          <p:spPr>
            <a:xfrm>
              <a:off x="2051337" y="1840817"/>
              <a:ext cx="1111010" cy="19602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(Me) +4 </a:t>
              </a:r>
              <a:endParaRPr lang="en-IN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715456B-BD8A-3736-FA3E-5B44C6282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49319" y="1840816"/>
              <a:ext cx="151475" cy="196028"/>
            </a:xfrm>
            <a:prstGeom prst="rect">
              <a:avLst/>
            </a:prstGeom>
            <a:grpFill/>
          </p:spPr>
        </p:pic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18ADB1CB-3829-0031-24CB-8912A5E47EF2}"/>
              </a:ext>
            </a:extLst>
          </p:cNvPr>
          <p:cNvSpPr/>
          <p:nvPr/>
        </p:nvSpPr>
        <p:spPr>
          <a:xfrm>
            <a:off x="2410617" y="1137722"/>
            <a:ext cx="435613" cy="2459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Ak</a:t>
            </a:r>
            <a:endParaRPr lang="en-IN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2E0B69A-7027-A79A-3F06-E697DFBB4EAE}"/>
              </a:ext>
            </a:extLst>
          </p:cNvPr>
          <p:cNvSpPr/>
          <p:nvPr/>
        </p:nvSpPr>
        <p:spPr>
          <a:xfrm>
            <a:off x="3160623" y="1902394"/>
            <a:ext cx="1262309" cy="2115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</a:rPr>
              <a:t>Asc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 – Ma4,Je8</a:t>
            </a:r>
            <a:endParaRPr lang="en-I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AD73F2C-36CC-5FD9-5926-41FDACCF329E}"/>
              </a:ext>
            </a:extLst>
          </p:cNvPr>
          <p:cNvSpPr/>
          <p:nvPr/>
        </p:nvSpPr>
        <p:spPr>
          <a:xfrm>
            <a:off x="776749" y="353811"/>
            <a:ext cx="7090634" cy="3498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D1 CHART – Personality, </a:t>
            </a:r>
            <a:r>
              <a:rPr lang="en-U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Expressi</a:t>
            </a: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, Logic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3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89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Ramakrishnan Parthasarathy</dc:creator>
  <cp:lastModifiedBy>Ramakrishnan Parthasarathy</cp:lastModifiedBy>
  <cp:revision>1</cp:revision>
  <dcterms:created xsi:type="dcterms:W3CDTF">2026-09-04T19:19:18Z</dcterms:created>
  <dcterms:modified xsi:type="dcterms:W3CDTF">2026-09-04T20:57:31Z</dcterms:modified>
</cp:coreProperties>
</file>